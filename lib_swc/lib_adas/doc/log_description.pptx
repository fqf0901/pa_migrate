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EE0BF-ABCF-F2BA-8795-6488DE634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1CDFC5-6D04-0D03-57B1-2E0BE007B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55746-3A8C-D9DB-A2CD-0126840D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0622BE-D33C-0968-C5F1-2107DCE9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82E88-BF8E-99DB-F35C-ACA2A614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24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3F55-4A40-CCE1-7213-85BCC089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6E389-6EB0-99F5-480C-78BE27A7B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64E1B0-26CC-66AE-AD5D-0C966106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6B35D-3BC8-42D1-750D-340C363E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FD3CB4-8CA6-6AC7-5E91-EAE327A6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7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9828C-C213-1C39-E2F9-92E21DA9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313478-1A11-382D-59C0-C2DA22F12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528A3A-88B5-E2BA-D271-11192AF2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F8064-60EE-7362-B3F9-5897D3B6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891D4-19C4-C22A-99EB-F67A34C1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8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F61F3-8C94-083A-CB3B-9C6E711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88C84-565C-6EAD-141D-901FF3ADB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42F65B-47E6-CBB1-8ADA-338881711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E1ABC-AF09-090D-F40E-691187CE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2FF78-F5F3-6D64-275E-D06A3533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802DA-1E15-7A4A-7296-2865EFEE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05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966EC-420A-2047-82FD-5B5FE10F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298D18-6A55-C785-47B7-C556F017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13FD98-FC7A-87D6-CA54-FFB07514F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4D5B8E-7F0D-5EF2-E994-54B418048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4A4305-2A3D-AE6C-8056-D16AAD8BF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C0BB5-E8D6-919E-F3F4-9E267C16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706917-3247-5D3F-145C-92C310EF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4A53BC-E78F-E748-BD28-6A1CD376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13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037EC-B381-2E96-9423-70DAB6A9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2746EF-D8AD-A5A5-9F78-D5EC4DF2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DCFE2E-D96C-F358-D35A-0567B5E6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60749E-86D7-E5F8-1A00-70129CC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88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676B60-85CD-B449-8DB1-64A62CA7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86AF5A-34B3-5236-0FD5-63E0E11B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96C927-8001-C967-1A23-6D0AEAB9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16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3D942-81E2-08FD-3B4A-BB5FA79D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4F28E-D622-BFB0-F789-D88AACBAB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7B55B1-353A-EEA5-E2BD-53989CAFE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C49176-74F3-91BF-4949-7636FA00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2E7580-B880-B535-9652-CD661DCD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BAA3CF-6195-621F-EEDA-55990481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8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EB3ED-D64E-DAD0-C16B-72D6C139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F4333B-DB48-06F9-EDB4-89D973C9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206DDE-27E3-83AD-2BC5-F9AF66BA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8C5D54-FAA2-56F8-2310-167461CC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5B679A-2140-1F1F-6641-CF430938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40F80E-4C00-E81F-CFD3-5283F7EE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86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CB97D-032E-27BA-D586-88097C1F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F90634-8EA3-96BC-2EF3-22A5A687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49CBB-B798-FE8E-5F20-9808EF74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E2A21-D780-D2C5-4AD5-7159DD46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BA64A-1647-AFE1-0E78-8767C56B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68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40F053-482F-768B-B5F8-CF0DC82AB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F2B18A-27CE-636F-CB0A-B91439FE6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9C037-648D-5C96-8A5A-F0F70426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3BA3E-C85E-AB54-2A42-F36A592C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1E853-2306-F8C2-42F2-A7E8392B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1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B5BA0-89BA-450D-A6F1-4AD28FD3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360016"/>
            <a:ext cx="9715500" cy="6635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97949D73-9CC7-4F9F-8CFF-2A60335164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91" y="188223"/>
            <a:ext cx="752475" cy="1007159"/>
          </a:xfrm>
          <a:prstGeom prst="rect">
            <a:avLst/>
          </a:prstGeom>
        </p:spPr>
      </p:pic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997B4A4-6CD2-4565-BC45-2D21F3A24C14}"/>
              </a:ext>
            </a:extLst>
          </p:cNvPr>
          <p:cNvSpPr/>
          <p:nvPr userDrawn="1"/>
        </p:nvSpPr>
        <p:spPr>
          <a:xfrm rot="5400000">
            <a:off x="-220564" y="408786"/>
            <a:ext cx="893565" cy="452438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DA0A1469-C882-462B-9E15-BEF5F424F5B3}"/>
              </a:ext>
            </a:extLst>
          </p:cNvPr>
          <p:cNvSpPr/>
          <p:nvPr userDrawn="1"/>
        </p:nvSpPr>
        <p:spPr>
          <a:xfrm rot="16200000">
            <a:off x="11694611" y="6371722"/>
            <a:ext cx="660399" cy="334379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1FD351-36DB-4A6A-A68A-A7D1A37BBDB8}"/>
              </a:ext>
            </a:extLst>
          </p:cNvPr>
          <p:cNvSpPr/>
          <p:nvPr userDrawn="1"/>
        </p:nvSpPr>
        <p:spPr>
          <a:xfrm rot="5400000">
            <a:off x="11437053" y="653504"/>
            <a:ext cx="1445381" cy="1132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30226475-20B8-4FD6-9A70-14AB8AEE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© </a:t>
            </a:r>
            <a:r>
              <a:rPr lang="zh-CN" altLang="en-US" dirty="0"/>
              <a:t>映驰科技</a:t>
            </a:r>
            <a:r>
              <a:rPr lang="en-US" altLang="zh-CN" dirty="0"/>
              <a:t>. Confidential. All Rights Reserved</a:t>
            </a:r>
            <a:endParaRPr lang="zh-CN" altLang="en-US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E752424B-B565-4484-9143-FDBD6620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95B7AB-8205-43EE-9330-F9A70E682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83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679506-722F-3284-0080-FAA6BA00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77901A-BF8C-B285-E7DF-C932193A4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0190C1-FF56-B80B-833C-7643864CB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7EE7B-D621-4200-AEBC-1AA05DDD7745}" type="datetimeFigureOut">
              <a:rPr lang="zh-CN" altLang="en-US" smtClean="0"/>
              <a:t>2022/9/13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114AAF-E608-BCA2-580B-67F0B0516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550386-869E-08F8-3AC2-77736BF8B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75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C6C7E-502B-4EAC-B7FD-D47B051F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 dirty="0"/>
              <a:t>© </a:t>
            </a:r>
            <a:r>
              <a:rPr lang="zh-CN" altLang="en-US" dirty="0"/>
              <a:t>映驰科技</a:t>
            </a:r>
            <a:r>
              <a:rPr lang="en-US" altLang="zh-CN" dirty="0"/>
              <a:t>. Confidential. All Rights Reserved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03222-7095-4BE2-B248-FA60DE55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4D95B7AB-8205-43EE-9330-F9A70E682C6A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2A0E84-9C11-FA02-DBAA-4D925039E823}"/>
              </a:ext>
            </a:extLst>
          </p:cNvPr>
          <p:cNvSpPr txBox="1"/>
          <p:nvPr/>
        </p:nvSpPr>
        <p:spPr>
          <a:xfrm>
            <a:off x="216816" y="1326192"/>
            <a:ext cx="11472421" cy="5230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当前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ST_CTRL_LOG_INFO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类型的记录了所有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的变量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g_stCtrlLogInfo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，共包含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个浮点数，占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280 Byte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空间。前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个为公共使用，后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个为个人自由设定。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公共类 </a:t>
            </a:r>
            <a:r>
              <a:rPr lang="en-US" altLang="zh-CN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输入：</a:t>
            </a:r>
            <a:endParaRPr lang="en-US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float32[0 ~ 9]: CAN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输入监测。方向盘转角，车速，轮速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仅取两轮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，轮向，挡位，其他部件控制器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(ESP, EPS, VCU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的状态取与值。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float32[10~ 29]: Path Planner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输入监测。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PathInfo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Path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总数，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PathID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，当前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Path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总点数，挡位指令，路径点间距，库位类型，路径有效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Flag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，路径长度类型，重规划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Flag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，空间车位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Flag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第一个点的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theta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；最后一个点的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theta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公共类 </a:t>
            </a:r>
            <a:r>
              <a:rPr lang="en-US" altLang="zh-CN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状态：</a:t>
            </a:r>
            <a:endParaRPr lang="en-US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float32[30 ~ 39]: </a:t>
            </a:r>
            <a:r>
              <a:rPr lang="zh-CN" altLang="en-US" sz="1400" dirty="0"/>
              <a:t>状态机监测。</a:t>
            </a:r>
            <a:r>
              <a:rPr lang="en-US" altLang="zh-CN" sz="1400" dirty="0" err="1"/>
              <a:t>ApaShell</a:t>
            </a:r>
            <a:r>
              <a:rPr lang="zh-CN" altLang="en-US" sz="1400" dirty="0"/>
              <a:t>状态，</a:t>
            </a:r>
            <a:r>
              <a:rPr lang="en-US" altLang="zh-CN" sz="1400" dirty="0" err="1"/>
              <a:t>CtrlSM</a:t>
            </a:r>
            <a:r>
              <a:rPr lang="zh-CN" altLang="en-US" sz="1400" dirty="0"/>
              <a:t>状态，</a:t>
            </a:r>
            <a:r>
              <a:rPr lang="en-US" altLang="zh-CN" sz="1400" dirty="0" err="1"/>
              <a:t>Peb</a:t>
            </a:r>
            <a:r>
              <a:rPr lang="zh-CN" altLang="en-US" sz="1400" dirty="0"/>
              <a:t>状态，</a:t>
            </a:r>
            <a:r>
              <a:rPr lang="en-US" altLang="zh-CN" sz="1400" dirty="0"/>
              <a:t>DR_X</a:t>
            </a:r>
            <a:r>
              <a:rPr lang="zh-CN" altLang="en-US" sz="1400" dirty="0"/>
              <a:t>，</a:t>
            </a:r>
            <a:r>
              <a:rPr lang="en-US" altLang="zh-CN" sz="1400" dirty="0"/>
              <a:t>DR_Y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DR_Theta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CtrlErrCode</a:t>
            </a:r>
            <a:r>
              <a:rPr lang="zh-CN" altLang="en-US" sz="1400" dirty="0"/>
              <a:t>，泊入</a:t>
            </a:r>
            <a:r>
              <a:rPr lang="zh-CN" altLang="en-US" sz="1400"/>
              <a:t>状态，巡航</a:t>
            </a:r>
            <a:r>
              <a:rPr lang="zh-CN" altLang="en-US" sz="1400" dirty="0"/>
              <a:t>状态。</a:t>
            </a:r>
            <a:endParaRPr lang="en-US" altLang="zh-CN" sz="1400" dirty="0"/>
          </a:p>
          <a:p>
            <a:pPr algn="just">
              <a:lnSpc>
                <a:spcPct val="150000"/>
              </a:lnSpc>
            </a:pPr>
            <a:r>
              <a:rPr lang="zh-CN" altLang="en-US" sz="1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公共类 </a:t>
            </a:r>
            <a:r>
              <a:rPr lang="en-US" altLang="zh-CN" sz="1400" b="1" dirty="0"/>
              <a:t>- </a:t>
            </a:r>
            <a:r>
              <a:rPr lang="zh-CN" altLang="en-US" sz="1400" b="1" dirty="0"/>
              <a:t>输出：</a:t>
            </a:r>
            <a:endParaRPr lang="en-US" altLang="zh-CN" sz="1400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float32[40 ~ 49]: </a:t>
            </a:r>
            <a:r>
              <a:rPr lang="zh-CN" altLang="en-US" sz="1400" dirty="0"/>
              <a:t>输出监测。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Handshake,  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GearReq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ReqSpeed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ReqAccel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ReqSteer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ReqStopDistance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dirty="0"/>
          </a:p>
          <a:p>
            <a:pPr algn="just">
              <a:lnSpc>
                <a:spcPct val="150000"/>
              </a:lnSpc>
            </a:pPr>
            <a:endParaRPr lang="en-US" altLang="zh-CN" sz="1400" dirty="0"/>
          </a:p>
          <a:p>
            <a:pPr algn="just">
              <a:lnSpc>
                <a:spcPct val="150000"/>
              </a:lnSpc>
            </a:pPr>
            <a:r>
              <a:rPr lang="zh-CN" altLang="en-US" sz="1400" b="1" dirty="0"/>
              <a:t>自由类 </a:t>
            </a:r>
            <a:r>
              <a:rPr lang="en-US" altLang="zh-CN" sz="1400" b="1" dirty="0"/>
              <a:t>– </a:t>
            </a:r>
            <a:r>
              <a:rPr lang="zh-CN" altLang="en-US" sz="1400" b="1" dirty="0"/>
              <a:t>自由设定：</a:t>
            </a:r>
            <a:endParaRPr lang="en-US" altLang="zh-CN" sz="1400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float[50 ~ 69]: </a:t>
            </a:r>
            <a:r>
              <a:rPr lang="zh-CN" altLang="en-US" sz="1400" dirty="0"/>
              <a:t>自由设定。</a:t>
            </a:r>
            <a:endParaRPr lang="en-US" altLang="zh-CN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6FB2D8-7D98-EC5F-7A40-16A808C04ECA}"/>
              </a:ext>
            </a:extLst>
          </p:cNvPr>
          <p:cNvSpPr txBox="1"/>
          <p:nvPr/>
        </p:nvSpPr>
        <p:spPr>
          <a:xfrm>
            <a:off x="1159496" y="773403"/>
            <a:ext cx="10529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Log</a:t>
            </a:r>
            <a:r>
              <a:rPr lang="zh-CN" altLang="en-US" sz="2000" dirty="0">
                <a:solidFill>
                  <a:srgbClr val="C00000"/>
                </a:solidFill>
              </a:rPr>
              <a:t>介绍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423953-31D2-D16C-1FF1-E393E6B8DA24}"/>
              </a:ext>
            </a:extLst>
          </p:cNvPr>
          <p:cNvSpPr txBox="1"/>
          <p:nvPr/>
        </p:nvSpPr>
        <p:spPr>
          <a:xfrm>
            <a:off x="1159496" y="301658"/>
            <a:ext cx="1052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</a:rPr>
              <a:t>Ctrl Log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系统</a:t>
            </a:r>
          </a:p>
        </p:txBody>
      </p:sp>
    </p:spTree>
    <p:extLst>
      <p:ext uri="{BB962C8B-B14F-4D97-AF65-F5344CB8AC3E}">
        <p14:creationId xmlns:p14="http://schemas.microsoft.com/office/powerpoint/2010/main" val="15600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7598</TotalTime>
  <Words>263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余雨萧</dc:creator>
  <cp:lastModifiedBy>余雨潇</cp:lastModifiedBy>
  <cp:revision>589</cp:revision>
  <dcterms:created xsi:type="dcterms:W3CDTF">2022-06-27T07:18:35Z</dcterms:created>
  <dcterms:modified xsi:type="dcterms:W3CDTF">2022-09-13T03:33:07Z</dcterms:modified>
</cp:coreProperties>
</file>